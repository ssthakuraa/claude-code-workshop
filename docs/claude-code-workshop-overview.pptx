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Frames the deck as a self-paced reader rather than a talk script.
If you want to use this for a talk: ~5 min total, walk the three lines under the divider, then go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 that everything else rests on. The model is a frozen snapshot of public patterns. It is good at the average and bad at the specific. Your job is to make the specific available to it on every 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LLM is the constant. The tools are the variable. Everything in the table is a way to push more of YOUR project's reality into the context window so the LLM is not guessing.
The workshop labs that map to this slide: Lab on CLAUDE.md (Day 1), Skills &amp; slash commands (Day 1), Hooks (Day 1), MCP servers (Day 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lines reproduce verbatim from the workshop README. They are the tightest summary of the whole curriculum.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loop is generic — the done-checklist is meant to be adapted to your stack and standards. The two halves of the bottom row are inseparable: a strong checklist with a passive operator still ships rework. Stay engaged with the agent's direction.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labs are sequenced so each builds on the previous. Day 1 establishes the muscle. Day 2 connects the agent to the rest of the engineering environment.
Use the workshop as a starting point — fork it, swap the app for one of yours, adapt the labs to your team's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Claude Code as a teammate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self-paced overview of the 2-day enterprise workshop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3716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walkthrough of how to think about agentic coding, the architecture you are really working with, and the disciplines that make Claude Code function as a teammate rather than a faster autocomplete.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and engineering leaders evaluating or scaling agentic coding tools across a team.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it.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 first (slides 2 to 4). Working discipline next (slide 5). Workshop curriculum and how to start last (slide 6).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97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Workshop: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github.com/ssthakuraa/claude-code-workshop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days, hands-on, builds a real full-stack app.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engine: how LLMs actually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Pattern-prediction engines, not reasoning engines.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6916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the public internet.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get compressed into billions of numerical weights — that is the model.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prompt is next-token prediction.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token at a time, against those weights, conditioned on what is in the context window.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1546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Brilliant on general patterns.  </a:t>
            </a:r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on your project, your conventions, the decisions your team has already made.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8412480" cy="777240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690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public knowledge and your team’s knowledge </a:t>
            </a:r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entire reason the rest of this deck exists. Every Claude Code feature you will meet — CLAUDE.md, Skills, slash commands, hooks, MCP — is a way of closing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architecture: an LLM, plus tools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agentic platform is the same shape. Differentiation is not the tool — it is the context you load it with.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Reasoning, code generation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46320" y="11430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 </a:t>
            </a:r>
            <a:pPr algn="ctr" indent="0" marL="0">
              <a:buNone/>
            </a:pPr>
            <a:r>
              <a:rPr lang="en-US" sz="11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write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66560" y="114300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1430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 </a:t>
            </a:r>
            <a:pPr algn="ctr" indent="0" marL="0">
              <a:buNone/>
            </a:pPr>
            <a:r>
              <a:rPr lang="en-US" sz="11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commands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16916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 </a:t>
            </a:r>
            <a:pPr algn="ctr" indent="0" marL="0">
              <a:buNone/>
            </a:pPr>
            <a:r>
              <a:rPr lang="en-US" sz="11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fetch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6916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16916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 </a:t>
            </a:r>
            <a:pPr algn="ctr" indent="0" marL="0">
              <a:buNone/>
            </a:pPr>
            <a:r>
              <a:rPr lang="en-US" sz="11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80360" y="1691640"/>
            <a:ext cx="1920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88036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/ returns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6060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03504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 / AGENTS.md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constitution: conventions, patterns, decisions, things to avoid.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Reusable, packaged know-how — domain workflows, framework recipes.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Slash commands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shortcuts for repeatable prompts (/review, /plan, /refactor).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at key points — pre-commit, lint, validation gates.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 to external systems — databases, browsers, APIs, knowledge bases.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tools the LLM only talks. Without the LLM the tools cannot decide what to do. The model stays the same — what changes the output is the context it can reach.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truths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workshop. Memorize these and most decisions get easier.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417320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is the #1 constraint.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works with what it can see. Your job is to make sure it sees what it needs — your conventions, your patterns, your file structure — and not what it does not.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441448"/>
            <a:ext cx="8412480" cy="1051560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734056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734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before implementation is non-negotiable.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first, agree on the approach, then code. Minutes spent planning save hours of rework. Skipping the plan is the silent waste in agentic engineering.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602736"/>
            <a:ext cx="8412480" cy="1051560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3895344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3739896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beats complexity.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 the urge to give the agent everything. A clean CLAUDE.md beats a sprawling one. One sharp slash command beats five fuzzy ones. Less context, used better, wins.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loop: plan, execute,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on every task. The loop is the discipline.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approved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520440" y="11887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Worklist, code, tests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1887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1887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package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files, status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0" y="1572768"/>
            <a:ext cx="777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23560" y="1572768"/>
            <a:ext cx="77724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452360" y="1984248"/>
            <a:ext cx="0" cy="32918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91640" y="2313432"/>
            <a:ext cx="5760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91640" y="1984248"/>
            <a:ext cx="0" cy="329184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</a:ln>
        </p:spPr>
      </p:sp>
      <p:sp>
        <p:nvSpPr>
          <p:cNvPr id="15" name="Text 13"/>
          <p:cNvSpPr/>
          <p:nvPr/>
        </p:nvSpPr>
        <p:spPr>
          <a:xfrm>
            <a:off x="36576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iteration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4114800" cy="2011680"/>
          </a:xfrm>
          <a:prstGeom prst="rect">
            <a:avLst/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2608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971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done-checklist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29184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 and cover the change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and schemas check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and permissions reviewed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covers edge cases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acceptable on the path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and traces in place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updated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26080"/>
            <a:ext cx="4114800" cy="201168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926080"/>
            <a:ext cx="73152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9718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an active partner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291840"/>
            <a:ext cx="3749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escape early — do not let drift compound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direction, not keystrokes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outcomes, not edits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"CI is failing — figure out why and fix it"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"Change line 42 to use a map"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2-day workshop: what you will 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labs that build a real HR enterprise platform — Spring Boot, React, PostgreSQL — with Claude Code.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2697480"/>
          </a:xfrm>
          <a:prstGeom prst="rect">
            <a:avLst/>
          </a:prstGeom>
          <a:solidFill>
            <a:srgbClr val="EFF6FF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Foundation &amp; productivity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as project constitution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Mode for approach-first 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and slash commands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management techniques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for automated guardrails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 and parallel sessions (git worktrees)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114800" cy="2697480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Integration &amp; mastery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 for browser automation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MCP for live data work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loops that fail loudly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integration and permissions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— ship a feature end-to-end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4023360"/>
            <a:ext cx="8412480" cy="914400"/>
          </a:xfrm>
          <a:prstGeom prst="rect">
            <a:avLst/>
          </a:prstGeom>
          <a:solidFill>
            <a:srgbClr val="F0FDF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Clone </a:t>
            </a:r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github.com/ssthakuraa/claude-code-workshop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Follow </a:t>
            </a:r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envsetup-student.md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Begin with </a:t>
            </a:r>
            <a:pPr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labs/lab-01-claudemd.md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Working with Claude Code as a Teammate</dc:title>
  <dc:subject>PptxGenJS Presentation</dc:subject>
  <dc:creator>Sanjay Thakur</dc:creator>
  <cp:lastModifiedBy>Sanjay Thakur</cp:lastModifiedBy>
  <cp:revision>1</cp:revision>
  <dcterms:created xsi:type="dcterms:W3CDTF">2026-04-28T19:41:18Z</dcterms:created>
  <dcterms:modified xsi:type="dcterms:W3CDTF">2026-04-28T19:41:18Z</dcterms:modified>
</cp:coreProperties>
</file>